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주류 ERP 시스템 화면정의서 (Wireframes)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from Markdown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1. 매입처 등록 및 관리 (`INFO-MNG-0200`)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3200400" cy="50292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검색 조건 및 결과 리스트 (목록 영역)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914400"/>
            <a:ext cx="4572000" cy="50292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상세 정보 입력 폼 (상세 영역)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1 (예: 기본 정보)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2 (예: 상세 정보)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6888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3 (예: 상태/설정)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신규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삭제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2. 매출처 등록 및 관리 (`INFO-MNG-0300`)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3200400" cy="50292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검색 조건 및 결과 리스트 (목록 영역)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914400"/>
            <a:ext cx="4572000" cy="50292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상세 정보 입력 폼 (상세 영역)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1 (예: 기본 정보)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2 (예: 상세 정보)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6888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3 (예: 상태/설정)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신규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삭제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3. 상품 등록 및 관리 (`INFO-MNG-0400`)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상단 영역 (검색 조건 또는 마스터 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조회/신규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저장/저장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중단 영역 (목록 리스트 또는 전표 디테일 라인)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FF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하단 영역 (상세 정보 탭 또는 합계 영역)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4. 매입전표등록 (`PRCHS-SLIP-0100`)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상단 영역 (검색 조건 또는 마스터 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조회/신규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저장/저장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중단 영역 (목록 리스트 또는 전표 디테일 라인)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FF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하단 영역 (상세 정보 탭 또는 합계 영역)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입고 대상 상품 리스트 그리드 (행 추가/삭제 기능)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5. 매출전표등록 (`SLS-SLIP-0100`)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상단 영역 (검색 조건 또는 마스터 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조회/신규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저장/저장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중단 영역 (목록 리스트 또는 전표 디테일 라인)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FF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하단 영역 (상세 정보 탭 또는 합계 영역)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출고/소비 대상 상품 리스트 그리드 (행 추가/삭제 기능)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6. 일/월 마감 관리 (`DDLN-MNG-0100`)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상단 영역 (검색 조건 또는 마스터 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조회/신규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저장/저장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중단 영역 (목록 리스트 또는 전표 디테일 라인)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FF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하단 영역 (상세 정보 탭 또는 합계 영역)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7. 메뉴 등록 및 관리 (`SYS-MENU-0200`)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54864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화면 구성 영역 (상세 내용은 설계서 참조)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8. 메뉴 및 버튼 권한 관리 (`SYS-AUTHRT-0300`)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54864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화면 구성 영역 (상세 내용은 설계서 참조)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우측 상단에서 선택된 특정 메뉴(화면) 내의 개별 기능 버튼(조회, 신규, 저장, 삭제, 인쇄, 엑셀다운 등) 리스트 및 체크박스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9. 매출처 지원품 관리 (`SLS-SPRT-0300`)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상단 영역 (검색 조건 또는 마스터 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조회/신규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저장/저장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중단 영역 (목록 리스트 또는 전표 디테일 라인)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FF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하단 영역 (상세 정보 탭 또는 합계 영역)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입력된 약정 기간 및 목표 매출액과 실제 '매출전표' 데이터를 비교하여 달성률을 조회하는 기능 지원.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